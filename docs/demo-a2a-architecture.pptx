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demo-a2a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0">
                <a:solidFill>
                  <a:srgbClr val="A7C9E3"/>
                </a:solidFill>
                <a:latin typeface="Calibri"/>
              </a:rPr>
              <a:t>A2A Protocol + Keycloak Authentication &amp;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F5ECD8"/>
                </a:solidFill>
                <a:latin typeface="Calibri"/>
              </a:rPr>
              <a:t>Architecture &amp; End-to-End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OAuth2 / OIDC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75488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PKCE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754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475488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RFC 8693 Token-Exchange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4754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75488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4754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475488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89920" y="47548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0" y="4754880"/>
            <a:ext cx="19202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What demo-a2a demonstrates and why it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1148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Browser → orchestrator → multiple A2A agents, all behind Keycloak.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Real OAuth2 / OIDC PKCE login (no fake bearer).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RFC 8693 Token-Exchange between hops — each agent gets a token whose 'aud' matches it.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Per-agent authorization at the agent itself (audience + realm role).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Graceful denial: never raises 403 to the user — UI shows a red 'no access' chip.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Drop-in agent registration: copy a folder, add one registry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2103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Browser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463040"/>
            <a:ext cx="34747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static HTML + oidc-client-ts (PKCE)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2103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03120"/>
            <a:ext cx="34747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FastAPI · create_agent runtime · SkillMiddleware · call_agent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2103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Weather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43200"/>
            <a:ext cx="34747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A2A server · LangChain + Ollama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3832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2103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Billing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383280"/>
            <a:ext cx="34747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A2A server · LangChain + Ollama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2103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Keycloak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023360"/>
            <a:ext cx="34747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Realm 'a2a-demo' · clients · roles · audience scopes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634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21031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Shared 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663440"/>
            <a:ext cx="347472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JwtValidator · TokenExchanger · KeycloakAuthMiddleware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Five processes, one realm, two policy checkpoints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77440"/>
            <a:ext cx="1828800" cy="109728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1828800" cy="777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static UI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oidc-client-ts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PKCE 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0116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A7C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27432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Orchestrator 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77440"/>
            <a:ext cx="2743200" cy="1463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FastAPI / SSE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front-door JwtValidator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LLM router (Ollama)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TokenExchanger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A2A Dispatcher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27432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Weather Agent :9101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743200" cy="8686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A2A server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KeycloakAuthMiddleware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aud=weather-agent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role=weather.read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27432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Billing Agent :9102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2743200" cy="8686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A2A server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KeycloakAuthMiddleware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aud=billing-agent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role=billing.read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194560"/>
            <a:ext cx="2286000" cy="14630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19456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Keycloak :8080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606040"/>
            <a:ext cx="2286000" cy="10515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F5ECD8"/>
                </a:solidFill>
                <a:latin typeface="Calibri"/>
              </a:rPr>
              <a:t>realm a2a-demo</a:t>
            </a:r>
          </a:p>
          <a:p>
            <a:pPr algn="ctr"/>
            <a:r>
              <a:rPr sz="1100" b="0">
                <a:solidFill>
                  <a:srgbClr val="F5ECD8"/>
                </a:solidFill>
                <a:latin typeface="Calibri"/>
              </a:rPr>
              <a:t>clients · roles</a:t>
            </a:r>
          </a:p>
          <a:p>
            <a:pPr algn="ctr"/>
            <a:r>
              <a:rPr sz="1100" b="0">
                <a:solidFill>
                  <a:srgbClr val="F5ECD8"/>
                </a:solidFill>
                <a:latin typeface="Calibri"/>
              </a:rPr>
              <a:t>aud-* scopes</a:t>
            </a:r>
          </a:p>
          <a:p>
            <a:pPr algn="ctr"/>
            <a:r>
              <a:rPr sz="1100" b="0">
                <a:solidFill>
                  <a:srgbClr val="F5ECD8"/>
                </a:solidFill>
                <a:latin typeface="Calibri"/>
              </a:rPr>
              <a:t>JWKS · token-exchange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4560" y="2926080"/>
            <a:ext cx="73152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63040" y="270608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1F3A5F"/>
                </a:solidFill>
                <a:latin typeface="Calibri"/>
              </a:rPr>
              <a:t>Bearer (aud=orchestrator)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669280" y="2011680"/>
            <a:ext cx="731520" cy="365760"/>
          </a:xfrm>
          <a:prstGeom prst="line">
            <a:avLst/>
          </a:prstGeom>
          <a:ln w="25400">
            <a:solidFill>
              <a:srgbClr val="2E8B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37760" y="197456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2E8B57"/>
                </a:solidFill>
                <a:latin typeface="Calibri"/>
              </a:rPr>
              <a:t>Bearer (aud=weather)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3291840"/>
            <a:ext cx="731520" cy="91440"/>
          </a:xfrm>
          <a:prstGeom prst="line">
            <a:avLst/>
          </a:prstGeom>
          <a:ln w="25400">
            <a:solidFill>
              <a:srgbClr val="2E8B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37760" y="311756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2E8B57"/>
                </a:solidFill>
                <a:latin typeface="Calibri"/>
              </a:rPr>
              <a:t>Bearer (aud=billing)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669280" y="2606040"/>
            <a:ext cx="4023360" cy="91440"/>
          </a:xfrm>
          <a:prstGeom prst="line">
            <a:avLst/>
          </a:prstGeom>
          <a:ln w="25400">
            <a:solidFill>
              <a:srgbClr val="E68A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0" y="269176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E68A00"/>
                </a:solidFill>
                <a:latin typeface="Calibri"/>
              </a:rPr>
              <a:t>token-exchange (RFC 8693)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297680" y="3657600"/>
            <a:ext cx="5760720" cy="182880"/>
          </a:xfrm>
          <a:prstGeom prst="line">
            <a:avLst/>
          </a:prstGeom>
          <a:ln w="12700">
            <a:solidFill>
              <a:srgbClr val="6C757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0760" y="378904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6C757D"/>
                </a:solidFill>
                <a:latin typeface="Calibri"/>
              </a:rPr>
              <a:t>JWKS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Legend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212080"/>
            <a:ext cx="11430000" cy="12801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Blue arrow — user JWT (aud=orchestrator). Front-door auth only.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Orange arrow — RFC 8693 Token-Exchange against Keycloak (orchestrator → aud=&lt;agent&gt;).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Green arrow — exchanged JWT carried to the agent; agent validates aud + role.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Gray arrow — JWKS public-key fetch; cached 10 min.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Keycloak Realm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Clients, scopes, and the audience-claim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Realm: a2a-demo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743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a2a-ui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Calibri"/>
              </a:rPr>
              <a:t>Public · PKCE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74320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browser login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scope: openid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A7C9E3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600200"/>
            <a:ext cx="2743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743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Calibri"/>
              </a:rPr>
              <a:t>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31720"/>
            <a:ext cx="274320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token-exchange initiator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scopes: aud-weather, aud-billing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00200"/>
            <a:ext cx="2743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weather-agent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65960"/>
            <a:ext cx="2743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Calibri"/>
              </a:rPr>
              <a:t>Bearer-only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74320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validates JWTs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requires aud=weather-agent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544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600200"/>
            <a:ext cx="2743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3A5F"/>
                </a:solidFill>
                <a:latin typeface="Calibri"/>
              </a:rPr>
              <a:t>billing-agent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2743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Calibri"/>
              </a:rPr>
              <a:t>Bearer-only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331720"/>
            <a:ext cx="274320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validates JWTs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</a:rPr>
              <a:t>requires aud=billing-agent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Realm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5486400" cy="13716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weather.read — required by weather-agent middleware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billing.read — required by billing-agent middleware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Roles are checked at the agent, not the 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Test 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5486400" cy="13716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alice — weather.read + billing.read  → both agents work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bob   — weather.read only            → billing returns 403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Add roles via Users → Role mapping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94960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How the audience claim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1) UI logs in → token aud=orchestrator    2) Orchestrator does token-exchange → token aud=weather-agent (or billing-agent)    3) Agent JwtValidator enforces aud=&lt;itself&gt;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Eight Hops of a Single Chat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Where each auth check fires, in order — including the new agent runtime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365760" cy="3657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22860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097280"/>
            <a:ext cx="5120640" cy="3657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0972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File · 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4023360" cy="3657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097280"/>
            <a:ext cx="40233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Check enforced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463040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463040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463040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463040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Browser PKCE login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463040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463040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static/app.js · init / signIn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63040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463040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Keycloak verifies code_verifier + creds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029968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029968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029968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029968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Browser → orchestrator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2029968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029968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static/app.js · sendMessage:145–161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029968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029968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Authorization: Bearer attached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596896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596896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2596896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2596896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Front-door auth at /chat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2596896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2596896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orchestrator/main.py · _authenticate:73–80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+ shared/a2a_auth/jwt_validator.py · validate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596896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596896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signature + iss + exp (no aud)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163824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163824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163824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163824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Build per-request runtime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3163824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3163824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orchestrator/agent_runtime.py · build_runtime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+ orchestrator/agent_tools.py · make_tool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3163824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3163824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user_token closed over · auth-blind middleware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3730752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730752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3730752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3730752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LLM emits N tool_calls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0" y="3730752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3730752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orchestrator/skills_middleware.py · wrap_model_call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+ create_agent ReAct loop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3730752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3730752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system prompt = base + skills addendum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297680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4297680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297680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297680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RFC 8693 token-exchange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017520" y="4297680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4297680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orchestrator/a2a_dispatcher.py · call:60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+ shared/a2a_auth/token_exchange.py · exchange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38160" y="4297680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38160" y="4297680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Keycloak grants aud=&lt;agent&gt; token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4864608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864608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6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4864608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864608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Orchestrator → agent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17520" y="4864608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17520" y="4864608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orchestrator/a2a_dispatcher.py · _invoke:99–122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+ shared/a2a_auth/client_auth.py · bearer_httpx_client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38160" y="4864608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0" y="4864608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exchanged JWT carried downstream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760" y="5431536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5431536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7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5431536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5431536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Agent middleware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017520" y="5431536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17520" y="5431536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shared/a2a_auth/server_middleware.py · dispatch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138160" y="5431536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38160" y="5431536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sig + iss + exp + aud + realm role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5998464"/>
            <a:ext cx="3657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5998464"/>
            <a:ext cx="3657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1F3A5F"/>
                </a:solidFill>
                <a:latin typeface="Calibri"/>
              </a:rPr>
              <a:t>8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5998464"/>
            <a:ext cx="228600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5998464"/>
            <a:ext cx="228600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Failure surfacing → UI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17520" y="5998464"/>
            <a:ext cx="512064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17520" y="5998464"/>
            <a:ext cx="512064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a2a_dispatcher.py · _map_http_error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→ static/app.js · addChip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138160" y="5998464"/>
            <a:ext cx="4023360" cy="5669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38160" y="5998464"/>
            <a:ext cx="4023360" cy="56692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401/403 → red 'no access' chip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End-to-End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Sequence across browser, orchestrator, Keycloak,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23774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Browser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1554480"/>
            <a:ext cx="0" cy="4572000"/>
          </a:xfrm>
          <a:prstGeom prst="line">
            <a:avLst/>
          </a:prstGeom>
          <a:ln w="9525">
            <a:solidFill>
              <a:srgbClr val="6C757D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10972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A7C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97280"/>
            <a:ext cx="23774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0" y="1554480"/>
            <a:ext cx="0" cy="4572000"/>
          </a:xfrm>
          <a:prstGeom prst="line">
            <a:avLst/>
          </a:prstGeom>
          <a:ln w="9525">
            <a:solidFill>
              <a:srgbClr val="6C757D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0" y="10972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97280"/>
            <a:ext cx="23774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Keycloak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1554480"/>
            <a:ext cx="0" cy="4572000"/>
          </a:xfrm>
          <a:prstGeom prst="line">
            <a:avLst/>
          </a:prstGeom>
          <a:ln w="9525">
            <a:solidFill>
              <a:srgbClr val="6C757D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0" y="1097280"/>
            <a:ext cx="2377440" cy="457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097280"/>
            <a:ext cx="23774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Agent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332720" y="1554480"/>
            <a:ext cx="0" cy="4572000"/>
          </a:xfrm>
          <a:prstGeom prst="line">
            <a:avLst/>
          </a:prstGeom>
          <a:ln w="9525">
            <a:solidFill>
              <a:srgbClr val="6C757D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1783080"/>
            <a:ext cx="2651760" cy="0"/>
          </a:xfrm>
          <a:prstGeom prst="line">
            <a:avLst/>
          </a:prstGeom>
          <a:ln w="2032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57400" y="156308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1F3A5F"/>
                </a:solidFill>
                <a:latin typeface="Calibri"/>
              </a:rPr>
              <a:t>1. PKCE redirect → login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28800" y="2103120"/>
            <a:ext cx="2651760" cy="0"/>
          </a:xfrm>
          <a:prstGeom prst="line">
            <a:avLst/>
          </a:prstGeom>
          <a:ln w="2032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057400" y="188312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1F3A5F"/>
                </a:solidFill>
                <a:latin typeface="Calibri"/>
              </a:rPr>
              <a:t>2. ?code=…  (callback)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28800" y="2468880"/>
            <a:ext cx="2651760" cy="0"/>
          </a:xfrm>
          <a:prstGeom prst="line">
            <a:avLst/>
          </a:prstGeom>
          <a:ln w="2032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57400" y="224888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2E86AB"/>
                </a:solidFill>
                <a:latin typeface="Calibri"/>
              </a:rPr>
              <a:t>3. POST /chat + Bearer (aud=orchestrator)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60" y="2788920"/>
            <a:ext cx="0" cy="0"/>
          </a:xfrm>
          <a:prstGeom prst="line">
            <a:avLst/>
          </a:prstGeom>
          <a:ln w="20320">
            <a:solidFill>
              <a:srgbClr val="6C757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83280" y="256892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6C757D"/>
                </a:solidFill>
                <a:latin typeface="Calibri"/>
              </a:rPr>
              <a:t>4. _authenticate → build_runtime (LLM picks N agents)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80560" y="3154680"/>
            <a:ext cx="2834640" cy="0"/>
          </a:xfrm>
          <a:prstGeom prst="line">
            <a:avLst/>
          </a:prstGeom>
          <a:ln w="20320">
            <a:solidFill>
              <a:srgbClr val="E68A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00600" y="293468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E68A00"/>
                </a:solidFill>
                <a:latin typeface="Calibri"/>
              </a:rPr>
              <a:t>5. token-exchange × N (aud=weather, aud=billing, …)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480560" y="3520440"/>
            <a:ext cx="2834640" cy="0"/>
          </a:xfrm>
          <a:prstGeom prst="line">
            <a:avLst/>
          </a:prstGeom>
          <a:ln w="20320">
            <a:solidFill>
              <a:srgbClr val="E68A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00600" y="330044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E68A00"/>
                </a:solidFill>
                <a:latin typeface="Calibri"/>
              </a:rPr>
              <a:t>6. exchanged JWTs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80560" y="3886200"/>
            <a:ext cx="5852160" cy="0"/>
          </a:xfrm>
          <a:prstGeom prst="line">
            <a:avLst/>
          </a:prstGeom>
          <a:ln w="20320">
            <a:solidFill>
              <a:srgbClr val="2E8B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0" y="366620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2E8B57"/>
                </a:solidFill>
                <a:latin typeface="Calibri"/>
              </a:rPr>
              <a:t>7. parallel JSON-RPC × N (one per tool_call)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332720" y="4251960"/>
            <a:ext cx="0" cy="0"/>
          </a:xfrm>
          <a:prstGeom prst="line">
            <a:avLst/>
          </a:prstGeom>
          <a:ln w="20320">
            <a:solidFill>
              <a:srgbClr val="6C757D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235440" y="403196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6C757D"/>
                </a:solidFill>
                <a:latin typeface="Calibri"/>
              </a:rPr>
              <a:t>8. each agent: aud + role check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480560" y="4617720"/>
            <a:ext cx="5852160" cy="0"/>
          </a:xfrm>
          <a:prstGeom prst="line">
            <a:avLst/>
          </a:prstGeom>
          <a:ln w="20320">
            <a:solidFill>
              <a:srgbClr val="2E8B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309360" y="439772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2E8B57"/>
                </a:solidFill>
                <a:latin typeface="Calibri"/>
              </a:rPr>
              <a:t>9. results merged in summarize-skill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828800" y="4983480"/>
            <a:ext cx="2651760" cy="0"/>
          </a:xfrm>
          <a:prstGeom prst="line">
            <a:avLst/>
          </a:prstGeom>
          <a:ln w="20320">
            <a:solidFill>
              <a:srgbClr val="2E86A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057400" y="476348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2E86AB"/>
                </a:solidFill>
                <a:latin typeface="Calibri"/>
              </a:rPr>
              <a:t>10. SSE: N× (agent_selected, agent_result) → reply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6355080"/>
            <a:ext cx="11430000" cy="50292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355080"/>
            <a:ext cx="113385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Two policy checkpoints: step 5 (Keycloak decides aud) and step 8 (Agent decides role). Steps 5–8 fan out per tool_call — one user prompt → 1..N agents in parallel.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Orchestrator —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FastAPI app, lifespan-built singletons, agent runtime, SSE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orchestrator/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2860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main.py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/chat SSE · _authenticate · event-bus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22860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agent_runtime.py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202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build_runtime · run · ChatOllama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377440"/>
            <a:ext cx="22860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7744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agent_tools.py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774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make_tool — single call_agent tool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834640"/>
            <a:ext cx="22860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83464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skills_middleware.py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8346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SkillMiddleware · load_skill · SKILLS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91840"/>
            <a:ext cx="22860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9184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a2a_dispatcher.py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918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Dispatcher · _invoke · _map_http_error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49040"/>
            <a:ext cx="22860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4904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registry.py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490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AgentEntry list (name, url, audience, desc)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06240"/>
            <a:ext cx="22860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06240"/>
            <a:ext cx="22860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static/app.js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06240"/>
            <a:ext cx="32918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PKCE · sendMessage · parseSse · chips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Singletons (built in main.py · lifespan)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463040"/>
            <a:ext cx="5486400" cy="237744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KeycloakSettings — issuer, jwks_uri, token_endpoint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JwtValidator — JWKS-cached PyJWT decoder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TokenExchanger — RFC 8693 client w/ (jti, aud) cache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Dispatcher — wraps exchanger, calls A2A clients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/chat SSE event stream (UNCHANGED — UI stays the same)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297680"/>
            <a:ext cx="5486400" cy="20116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user_authenticated  → username chip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agent_selected       → pending chip (now 1..N per turn)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agent_result         → green ok / red denied / orange error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no_agent             → small-talk path (no tool was called)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•  reply                → final assistant bubble (summarize-skill)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Runtime + SkillMiddleware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How one user prompt becomes 1..N parallel agent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A7C9E3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BASE_SYSTEM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21208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agent_runtime.py · BASE_SYSTEM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“You are a coordinator… delegate to specialist agents via call_agent… call them in parallel when independent.”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78892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SkillMiddleware.wrap_model_call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521208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skills_middleware.py · SkillMiddleware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Appends a '## Available Skills' addendum to system_message via request.override(...). Owns load_skill tool as class var (tools = [load_skill]).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38912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43484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call_agent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00600"/>
            <a:ext cx="521208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agent_tools.py · make_tool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Args: agent (Literal name), query (rephrased sub-question). Closes over user_token + dispatcher + event_sink. Emits agent_selected / agent_result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Skill catalog (skills_middleware.py · SKILLS)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54480"/>
            <a:ext cx="1371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42062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decompose hard prompts into sub-tasks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57400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057400"/>
            <a:ext cx="1371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057400"/>
            <a:ext cx="42062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call call_agent (parallel for independent tasks)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60320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560320"/>
            <a:ext cx="1371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summarize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560320"/>
            <a:ext cx="42062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fuse all tool results into one reply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63240"/>
            <a:ext cx="137160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063240"/>
            <a:ext cx="13716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</a:rPr>
              <a:t>smalltalk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063240"/>
            <a:ext cx="42062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answer directly without any tool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840480"/>
            <a:ext cx="56692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Auth posture (UNCHANGED)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06240"/>
            <a:ext cx="5669280" cy="21945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•  user_token NEVER enters graph state — captured by tool closure only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•  Middleware reads/writes system_message — auth-blind by construction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•  Dispatcher.call(entry, user_token, query) — same code path as before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•  Per-tool-call: token-exchange → aud=&lt;agent&gt; → role check at agent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F2937"/>
                </a:solidFill>
                <a:latin typeface="Calibri"/>
              </a:rPr>
              <a:t>•  SSE event names unchanged → static/app.js needs zero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—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Reusable factory + drop-in middleware + custom executor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749039" cy="2377440"/>
          </a:xfrm>
          <a:prstGeom prst="roundRect">
            <a:avLst>
              <a:gd name="adj" fmla="val 8000"/>
            </a:avLst>
          </a:prstGeom>
          <a:solidFill>
            <a:srgbClr val="A7C9E3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749039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base_agent.py · make_agent_app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749039" cy="1737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Builds Starlette app with: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create_agent_card_routes(card)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create_jsonrpc_routes(handler, '/')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DefaultRequestHandler + InMemoryTaskStore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KeycloakAuthMiddleware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749039" cy="237744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280160"/>
            <a:ext cx="3749039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server_middleware.py · KeycloakAuthMiddleware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749039" cy="1737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On every non-public request: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extract_bearer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validate(token, expected_audience)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extract_realm_roles → require role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401/403 JSONResponse on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3749039" cy="23774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80160"/>
            <a:ext cx="3749039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agents/&lt;name&gt;/executor.py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749039" cy="1737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Per-agent business logic: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reads context.get_user_input()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creates new_task / artifacts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optional fine-grained role gating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• knows nothing about JWTs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4048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86200"/>
            <a:ext cx="111556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Public paths (no auth)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1155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onsolas"/>
              </a:rPr>
              <a:t>/.well-known/agent-card.json   ·   /.well-known/agent.json   ·   /agent-card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4632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What the agent returns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21208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212080"/>
            <a:ext cx="3749039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200 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62356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executor produced a TextArtifact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21208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5212080"/>
            <a:ext cx="3749039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401 UNAUTHORIZED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62356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missing/invalid token, wrong audience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21208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5212080"/>
            <a:ext cx="3749039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403 ACCESS_DENIED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623560"/>
            <a:ext cx="3749039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valid token, role not granted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RFC 8693 Token-Exchange ·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How orchestrator obtains an aud=&lt;agent&gt; JWT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POST /realms/a2a-demo/protocol/openid-connect/token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grant_type        = urn:ietf:params:oauth:grant-type:token-exchange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client_id         = orchestrator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client_secret     = ********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subject_token     = &lt;user JWT, aud=orchestrator&gt;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subject_token_type= urn:ietf:params:oauth:token-type:access_token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requested_token_type = urn:ietf:params:oauth:token-type:access_token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audience          = weather-agent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00" cy="274320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3A5F"/>
                </a:solidFill>
                <a:latin typeface="Calibri"/>
              </a:rPr>
              <a:t>200 OK ·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5212080" cy="228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{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  "access_token": "&lt;JWT&gt;",   ← aud=weather-agent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  "token_type":   "Bearer",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  "expires_in":   300,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  "issued_token_type":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    "urn:ietf:params:oauth:token-type:access_token"</a:t>
            </a:r>
          </a:p>
          <a:p>
            <a:pPr algn="l"/>
            <a:r>
              <a:rPr sz="1100" b="0">
                <a:solidFill>
                  <a:srgbClr val="1F2937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Caching (token_exchange.py · TokenExchanger)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11430000" cy="18288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Cache key: (jti, audience). When user token refreshes, jti changes → fresh exchange.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Refresh skew: 30 s — tokens are reused until &lt;30 s remaining.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Per-key asyncio.Lock prevents thundering herd on first miss.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•  Failures from Keycloak → TokenExchangeError(403) → dispatcher returns AgentCallResult(status='denied').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Failure Paths &amp; UI Chips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Every error becomes a chip — never a 500 to the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1887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A7C9E3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18872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dispatcher.call(entry, user_token)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Consolas"/>
              </a:rPr>
              <a:t>orchestrator/a2a_dispatcher.py:51–79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1031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token-exchange OK?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0175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A7C9E3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call agent _invoke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5760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Consolas"/>
              </a:rPr>
              <a:t>a2a_dispatcher.py:99–122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3931920"/>
            <a:ext cx="3657600" cy="640080"/>
          </a:xfrm>
          <a:prstGeom prst="roundRect">
            <a:avLst>
              <a:gd name="adj" fmla="val 8000"/>
            </a:avLst>
          </a:prstGeom>
          <a:solidFill>
            <a:srgbClr val="F5ECD8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393192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1F3A5F"/>
                </a:solidFill>
                <a:latin typeface="Calibri"/>
              </a:rPr>
              <a:t>HTTP status?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1828800"/>
            <a:ext cx="0" cy="274320"/>
          </a:xfrm>
          <a:prstGeom prst="line">
            <a:avLst/>
          </a:prstGeom>
          <a:ln w="2540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3600" y="2743200"/>
            <a:ext cx="0" cy="274320"/>
          </a:xfrm>
          <a:prstGeom prst="line">
            <a:avLst/>
          </a:prstGeom>
          <a:ln w="2540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846320" y="266036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1F3A5F"/>
                </a:solidFill>
                <a:latin typeface="Calibri"/>
              </a:rPr>
              <a:t>yes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3657600"/>
            <a:ext cx="0" cy="274320"/>
          </a:xfrm>
          <a:prstGeom prst="line">
            <a:avLst/>
          </a:prstGeom>
          <a:ln w="25400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" y="502920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029200"/>
            <a:ext cx="356616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DENIED chip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TokenExchangeError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(no aud-* on orchestrator client)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502920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5029200"/>
            <a:ext cx="356616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DENIED chip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 401 / 403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(wrong aud or role)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02920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029200"/>
            <a:ext cx="356616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ERROR chip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5xx / unreachable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(service down)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943600"/>
            <a:ext cx="3566160" cy="82296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943600"/>
            <a:ext cx="356616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OK chip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200 + text artifact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(executor ran)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194560" y="2423160"/>
            <a:ext cx="1920240" cy="2606040"/>
          </a:xfrm>
          <a:prstGeom prst="line">
            <a:avLst/>
          </a:prstGeom>
          <a:ln w="17780">
            <a:solidFill>
              <a:srgbClr val="C0392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50618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194560" y="4572000"/>
            <a:ext cx="2834640" cy="457200"/>
          </a:xfrm>
          <a:prstGeom prst="line">
            <a:avLst/>
          </a:prstGeom>
          <a:ln w="17780">
            <a:solidFill>
              <a:srgbClr val="C0392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514600" y="458060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C0392B"/>
                </a:solidFill>
                <a:latin typeface="Calibri"/>
              </a:rPr>
              <a:t>401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0" y="4572000"/>
            <a:ext cx="91440" cy="457200"/>
          </a:xfrm>
          <a:prstGeom prst="line">
            <a:avLst/>
          </a:prstGeom>
          <a:ln w="17780">
            <a:solidFill>
              <a:srgbClr val="C0392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892040" y="458060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C0392B"/>
                </a:solidFill>
                <a:latin typeface="Calibri"/>
              </a:rPr>
              <a:t>403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0" y="4572000"/>
            <a:ext cx="3200400" cy="457200"/>
          </a:xfrm>
          <a:prstGeom prst="line">
            <a:avLst/>
          </a:prstGeom>
          <a:ln w="17780">
            <a:solidFill>
              <a:srgbClr val="E68A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60920" y="458060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E68A00"/>
                </a:solidFill>
                <a:latin typeface="Calibri"/>
              </a:rPr>
              <a:t>5xx / other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2194560" y="4572000"/>
            <a:ext cx="2834640" cy="1371600"/>
          </a:xfrm>
          <a:prstGeom prst="line">
            <a:avLst/>
          </a:prstGeom>
          <a:ln w="17780">
            <a:solidFill>
              <a:srgbClr val="2E8B57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514600" y="5037800"/>
            <a:ext cx="21945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1000" i="1">
                <a:solidFill>
                  <a:srgbClr val="2E8B57"/>
                </a:solidFill>
                <a:latin typeface="Calibri"/>
              </a:rPr>
              <a:t>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Adding a New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Six steps · works for any LangChain / A2A executor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64008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09728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097280"/>
            <a:ext cx="182880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Keycloak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097280"/>
            <a:ext cx="8778240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097280"/>
            <a:ext cx="877824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Create realm role &lt;name&gt;.read · client &lt;name&gt;-agent (bearer-only) · client scope aud-&lt;name&gt; with Audience mapper · assign aud-&lt;name&gt; as Default to orchestrator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7452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74520"/>
            <a:ext cx="64008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87452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20"/>
            <a:ext cx="182880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1874520"/>
            <a:ext cx="8778240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1874520"/>
            <a:ext cx="877824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agents/&lt;name&gt;_agent/ with card.py · executor.py · main.py (copy from billing or weather)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65176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51760"/>
            <a:ext cx="64008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26517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651760"/>
            <a:ext cx="182880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651760"/>
            <a:ext cx="8778240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2651760"/>
            <a:ext cx="877824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AgentCard with id, name, description, examples — used by the router LLM to choose this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42900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429000"/>
            <a:ext cx="64008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342900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429000"/>
            <a:ext cx="182880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main.py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3429000"/>
            <a:ext cx="8778240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429000"/>
            <a:ext cx="877824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make_agent_app(card=CARD, executor=YourExecutor(), expected_audience=&lt;name&gt;-agent, required_roles=["&lt;name&gt;.read"])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20624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206240"/>
            <a:ext cx="64008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420624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206240"/>
            <a:ext cx="182880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Registry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4206240"/>
            <a:ext cx="8778240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4206240"/>
            <a:ext cx="877824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Append AgentEntry(name, url, audience, description) to orchestrator/registry.py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983480"/>
            <a:ext cx="640080" cy="6858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983480"/>
            <a:ext cx="64008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498348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4983480"/>
            <a:ext cx="182880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Launcher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0" y="4983480"/>
            <a:ext cx="8778240" cy="6858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983480"/>
            <a:ext cx="8778240" cy="6858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Add Service entry to run.py · assign role to test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Tech Stack &amp;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Calibri"/>
              </a:rPr>
              <a:t>Quick reference for what's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46304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&gt;= 3.11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6596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6596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FastAPI · Starlette · uvicorn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688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6888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46888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a2a-sdk[http-server] &gt;= 0.3.0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7180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97180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97180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langchain &gt;=1.0 · langgraph · create_agent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47472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7472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47472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langchain-ollama (local Ollama models)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97764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7764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97764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PyJWT[crypto] · jwks · pydantic-settings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48056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48056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48056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static HTML · oidc-client-ts · SSE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983480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983480"/>
            <a:ext cx="146304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983480"/>
            <a:ext cx="4114800" cy="4114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Keycloak 25.x · token-exchange-standard 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Key 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463040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orchestrator/main.py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1463040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/chat SSE · _authenticate · event-bus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792224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orchestrator/agent_runtime.py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1792224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build_runtime · run · ChatOllama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121408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orchestrator/agent_tools.py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2121408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make_tool — single call_agent tool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450592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orchestrator/skills_middleware.py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2450592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SkillMiddleware · load_skill · SKILLS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779776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orchestrator/a2a_dispatcher.py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2779776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Dispatcher · _map_http_error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108960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orchestrator/registry.py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3108960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AgentEntry 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438144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orchestrator/static/app.js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438144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PKCE · SSE · chips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767328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agents/base_agent.py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767328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make_agent_app factory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096512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agents/&lt;name&gt;/main.py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096512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wires audience + roles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425696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shared/a2a_auth/jwt_validator.py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4425696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JWKS + PyJWT decoder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4754880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shared/a2a_auth/token_exchange.py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754880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RFC 8693 client + cache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084064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shared/a2a_auth/server_middleware.py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5084064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agent-side auth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413248"/>
            <a:ext cx="32918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F3A5F"/>
                </a:solidFill>
                <a:latin typeface="Consolas"/>
              </a:rPr>
              <a:t>shared/a2a_auth/client_auth.py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5413248"/>
            <a:ext cx="237744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bearer_httpx_client hook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demo-a2a  ·  A2A + Keycloak auth  ·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920240"/>
            <a:ext cx="164592" cy="164592"/>
          </a:xfrm>
          <a:prstGeom prst="ellipse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User identity is established once at the front door (Keycloak PKCE).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164592" cy="164592"/>
          </a:xfrm>
          <a:prstGeom prst="ellipse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Authorization is split: Keycloak controls who gets a token for which agent (audience).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200400"/>
            <a:ext cx="164592" cy="164592"/>
          </a:xfrm>
          <a:prstGeom prst="ellipse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The agent itself controls who can run it (realm role + audience claim check).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80"/>
            <a:ext cx="164592" cy="164592"/>
          </a:xfrm>
          <a:prstGeom prst="ellipse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749040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One user prompt → 1..N parallel agent calls via create_agent + a single call_agent tool.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480560"/>
            <a:ext cx="164592" cy="164592"/>
          </a:xfrm>
          <a:prstGeom prst="ellipse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SkillMiddleware swaps the system prompt per stage — auth-blind by construction.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120640"/>
            <a:ext cx="164592" cy="164592"/>
          </a:xfrm>
          <a:prstGeom prst="ellipse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29200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All denials are graceful: red chips + LLM-phrased reply, never 500s.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760720"/>
            <a:ext cx="164592" cy="164592"/>
          </a:xfrm>
          <a:prstGeom prst="ellipse">
            <a:avLst/>
          </a:prstGeom>
          <a:solidFill>
            <a:srgbClr val="F5E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669280"/>
            <a:ext cx="105156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RFC 8693 token-exchange is cached per (jti, aud) — fan-out doesn't hammer Keycloak.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5ECD8"/>
                </a:solidFill>
                <a:latin typeface="Calibri"/>
              </a:rPr>
              <a:t>demo-a2a · architecture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